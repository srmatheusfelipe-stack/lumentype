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822960"/>
            <a:ext cx="2377440" cy="173736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098280" y="868680"/>
            <a:ext cx="2377440" cy="1737360"/>
          </a:xfrm>
          <a:prstGeom prst="roundRect">
            <a:avLst>
              <a:gd name="adj" fmla="val 842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914400"/>
            <a:ext cx="2377440" cy="1737360"/>
          </a:xfrm>
          <a:prstGeom prst="roundRect">
            <a:avLst>
              <a:gd name="adj" fmla="val 8421"/>
            </a:avLst>
          </a:prstGeom>
          <a:solidFill>
            <a:srgbClr val="3A4A8C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822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BÁSICA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Digitação Correta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Postura, posição dos dedos e prática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89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da Turma]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do(a) Professor(a)]  •  [Data]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digitar corretamente importa?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técnica certa hoje evita retrabalho e desconforto amanhã.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z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2338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44144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tempo pensando em onde estão as teclas, mais tempo produzindo.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78308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1031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22338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756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78040" y="244144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dedo tem sua zona fixa — o corpo memoriza e erra menos.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B8452F"/>
          </a:solidFill>
          <a:ln/>
        </p:spPr>
      </p:sp>
      <p:pic>
        <p:nvPicPr>
          <p:cNvPr id="16" name="Image 2" descr="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41998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416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dor e cansaço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4074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e digitação corretas evitam dor no pulso e na coluna.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374904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0690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fla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41998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416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no mercado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78040" y="44074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bem é uma habilidade básica esperada em qualquer função.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Postura correta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131" y="1456091"/>
            <a:ext cx="215067" cy="2150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3350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Costas retas, apoiadas no encosto da cadeira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31" y="2233331"/>
            <a:ext cx="215067" cy="2150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1122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Pés apoiados no chão (ou num apoio)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2" descr="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1" y="3010571"/>
            <a:ext cx="215067" cy="2150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8895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na altura dos olhos, cerca de um braço de distância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3" descr="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31" y="3787811"/>
            <a:ext cx="215067" cy="2150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6667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Punhos levemente elevados — não apoiados na mesa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720840" y="1280160"/>
            <a:ext cx="4892040" cy="4937760"/>
          </a:xfrm>
          <a:prstGeom prst="roundRect">
            <a:avLst>
              <a:gd name="adj" fmla="val 2243"/>
            </a:avLst>
          </a:prstGeom>
          <a:solidFill>
            <a:srgbClr val="F4F6F8"/>
          </a:solidFill>
          <a:ln w="12700">
            <a:solidFill>
              <a:srgbClr val="D7DCE3"/>
            </a:solidFill>
            <a:prstDash val="dash"/>
          </a:ln>
        </p:spPr>
      </p:sp>
      <p:sp>
        <p:nvSpPr>
          <p:cNvPr id="16" name="Text 10"/>
          <p:cNvSpPr/>
          <p:nvPr/>
        </p:nvSpPr>
        <p:spPr>
          <a:xfrm>
            <a:off x="6949440" y="32918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INSIRA AQUI UMA IMAGEM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POSTURA CORRETA ]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use a mesma imagem em todos os computadores da sala.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Posição-base dos dedos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esquerda em A S D F  •  Mão direita em J K L Ç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relevo das teclas F e J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o dedo pelas teclas F e J: há uma pequena marca em relevo (uma linha ou ponto). Ela existe justamente para isso — ser o ponto de referência que os indicadores encontram só pelo tato, sem precisar olhar para o teclado. É o "norte" da digitação: toda vez que a mão se perde, os indicadores voltam para essa marca e o resto dos dedos se reorganiza sozinho nas teclas vizinhas.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084" y="3871204"/>
            <a:ext cx="194584" cy="1945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75818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sempre voltam para F e J entre uma tecla e outra.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32511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84" y="4401556"/>
            <a:ext cx="194584" cy="1945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42885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Polegares ficam sobre a barra de espaço.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85546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targ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84" y="4931908"/>
            <a:ext cx="194584" cy="1945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48188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sem olhar para o teclado, mesmo devagar no início.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406640" y="1691640"/>
            <a:ext cx="4206240" cy="4709160"/>
          </a:xfrm>
          <a:prstGeom prst="roundRect">
            <a:avLst>
              <a:gd name="adj" fmla="val 2609"/>
            </a:avLst>
          </a:prstGeom>
          <a:solidFill>
            <a:srgbClr val="1A2249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16" name="Text 11"/>
          <p:cNvSpPr/>
          <p:nvPr/>
        </p:nvSpPr>
        <p:spPr>
          <a:xfrm>
            <a:off x="7635240" y="3657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INSIRA AQUI SUA IMAGEM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MOSTRANDO OS DEDOS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POSIÇÃO-BASE ]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Zonas dos dedos no teclado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dedo é responsável por um grupo de teclas — inclusive nas fileiras de cima e de baixo.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4F6F8"/>
          </a:solidFill>
          <a:ln w="12700">
            <a:solidFill>
              <a:srgbClr val="D7DCE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ESQUERDA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1318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INSIRA AQUI A IMAGEM 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DA MÃO ESQUERDA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4F6F8"/>
          </a:solidFill>
          <a:ln w="12700">
            <a:solidFill>
              <a:srgbClr val="D7DCE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92240" y="18745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DIREITA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31318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INSIRA AQUI A IMAGEM 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DA MÃO DIREITA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7607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o indicador esquerdo também cobre R, T, G, V, B — não só o F. O mesmo vale para os outros dedos nas teclas vizinhas.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a evitar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645920"/>
            <a:ext cx="548640" cy="548640"/>
          </a:xfrm>
          <a:prstGeom prst="ellipse">
            <a:avLst/>
          </a:prstGeom>
          <a:solidFill>
            <a:srgbClr val="B8452F"/>
          </a:solidFill>
          <a:ln/>
        </p:spPr>
      </p:sp>
      <p:pic>
        <p:nvPicPr>
          <p:cNvPr id="5" name="Image 0" descr="ale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1766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276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para o teclado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o aprendizado da posição correta. Treine devagar, mas sem olhar.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80760" y="137160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</p:spPr>
      </p:sp>
      <p:sp>
        <p:nvSpPr>
          <p:cNvPr id="9" name="Shape 6"/>
          <p:cNvSpPr/>
          <p:nvPr/>
        </p:nvSpPr>
        <p:spPr>
          <a:xfrm>
            <a:off x="6373368" y="1645920"/>
            <a:ext cx="548640" cy="548640"/>
          </a:xfrm>
          <a:prstGeom prst="ellipse">
            <a:avLst/>
          </a:prstGeom>
          <a:solidFill>
            <a:srgbClr val="B8452F"/>
          </a:solidFill>
          <a:ln/>
        </p:spPr>
      </p:sp>
      <p:pic>
        <p:nvPicPr>
          <p:cNvPr id="10" name="Image 1" descr="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069" y="17666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6276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poucos dedos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22860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só com 2 dedos limita a velocidade no longo prazo.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" y="3977640"/>
            <a:ext cx="548640" cy="548640"/>
          </a:xfrm>
          <a:prstGeom prst="ellipse">
            <a:avLst/>
          </a:prstGeom>
          <a:solidFill>
            <a:srgbClr val="B8452F"/>
          </a:solidFill>
          <a:ln/>
        </p:spPr>
      </p:sp>
      <p:pic>
        <p:nvPicPr>
          <p:cNvPr id="15" name="Image 2" descr="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4098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9593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torta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68680" y="46177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torto ou cabeça baixa gera dor e cansaço nas aulas mais longas.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080760" y="370332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3368" y="3977640"/>
            <a:ext cx="548640" cy="548640"/>
          </a:xfrm>
          <a:prstGeom prst="ellipse">
            <a:avLst/>
          </a:prstGeom>
          <a:solidFill>
            <a:srgbClr val="B8452F"/>
          </a:solidFill>
          <a:ln/>
        </p:spPr>
      </p:sp>
      <p:pic>
        <p:nvPicPr>
          <p:cNvPr id="20" name="Image 3" descr="ale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069" y="40983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39593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Pressionar com força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0" y="46177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 não precisa de força — só de precisão. Mãos relaxadas.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praticar!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la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073" y="1908353"/>
            <a:ext cx="435254" cy="435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0020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guiado no TypingClub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posição dos dedos, sem copiar e colar — cada aluno no seu ritmo.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2331720"/>
            <a:ext cx="822960" cy="54864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7040880" y="17373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fla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873" y="190835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010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SEMESTRE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00100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de digitação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001000" y="2423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toda no mesmo texto, em português, com ranking ao vivo.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1A2249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914400" y="4663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ESPAÇO LIVRE — anote aqui data da competição, link da sala,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extras ou observações da turma 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